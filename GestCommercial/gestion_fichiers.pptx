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02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Fichiers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d'exploitation — Concepts fondamentaux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4048" y="2084832"/>
            <a:ext cx="2029968" cy="621792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57984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système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78608" y="2084832"/>
            <a:ext cx="2029968" cy="621792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157984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&amp; structures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73168" y="2084832"/>
            <a:ext cx="2029968" cy="621792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157984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SF &amp; E/S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67728" y="2084832"/>
            <a:ext cx="2029968" cy="621792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2157984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spéciaux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" y="2944368"/>
            <a:ext cx="2029968" cy="621792"/>
          </a:xfrm>
          <a:prstGeom prst="roundRect">
            <a:avLst>
              <a:gd name="adj" fmla="val 1764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01752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d'accès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78608" y="2944368"/>
            <a:ext cx="2029968" cy="621792"/>
          </a:xfrm>
          <a:prstGeom prst="roundRect">
            <a:avLst>
              <a:gd name="adj" fmla="val 1764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301752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fichiers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73168" y="2944368"/>
            <a:ext cx="2029968" cy="621792"/>
          </a:xfrm>
          <a:prstGeom prst="roundRect">
            <a:avLst>
              <a:gd name="adj" fmla="val 17647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01752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de commandes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67728" y="2944368"/>
            <a:ext cx="2029968" cy="621792"/>
          </a:xfrm>
          <a:prstGeom prst="roundRect">
            <a:avLst>
              <a:gd name="adj" fmla="val 1764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0" y="301752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avancée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" y="38221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1371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-274320" y="3474720"/>
            <a:ext cx="1828800" cy="1828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Système — Concepts clés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0" y="109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8686800" cy="320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0"/>
            <a:ext cx="4114800" cy="402336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31520"/>
            <a:ext cx="4114800" cy="29260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de l'administrateur système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078992"/>
            <a:ext cx="365760" cy="42062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07899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" y="10972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&amp; groupes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6656" y="128930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useradd, groupmod, passwd, usermod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627632"/>
            <a:ext cx="365760" cy="42062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62763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" y="16459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de fichiers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656" y="183794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mount, umount, fsck, mkfs, lsblk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76272"/>
            <a:ext cx="365760" cy="42062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1762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21945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&amp; ressources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6656" y="238658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top, ps aux, kill, htop, vmstat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724912"/>
            <a:ext cx="365760" cy="42062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72491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27432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&amp; sécurité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6656" y="293522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chmod, chown, sudo, SELinux, AppArmor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273552"/>
            <a:ext cx="365760" cy="42062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27355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" y="32918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&amp; restauration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6656" y="34838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tar, rsync, dump, bacula, Amanda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822192"/>
            <a:ext cx="365760" cy="42062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82219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" y="38404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Journaux système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6656" y="403250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journalctl, syslog, /var/log/, logrotate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43984" y="731520"/>
            <a:ext cx="4572000" cy="4023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3984" y="731520"/>
            <a:ext cx="4572000" cy="292608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35424" y="749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FHS — Filesystem Hierarchy Standard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498848" y="1069848"/>
            <a:ext cx="4462272" cy="320040"/>
          </a:xfrm>
          <a:prstGeom prst="rect">
            <a:avLst/>
          </a:prstGeom>
          <a:solidFill>
            <a:srgbClr val="1E2A4A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35424" y="11247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0368" y="112471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Racine du système de fichiers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98848" y="1417320"/>
            <a:ext cx="4462272" cy="320040"/>
          </a:xfrm>
          <a:prstGeom prst="rect">
            <a:avLst/>
          </a:prstGeom>
          <a:solidFill>
            <a:srgbClr val="16213E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5424" y="147218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30368" y="147218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essentielles (ls, cp, mv...)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98848" y="1764792"/>
            <a:ext cx="4462272" cy="320040"/>
          </a:xfrm>
          <a:prstGeom prst="rect">
            <a:avLst/>
          </a:prstGeom>
          <a:solidFill>
            <a:srgbClr val="1E2A4A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35424" y="181965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30368" y="181965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de configuration système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498848" y="2112264"/>
            <a:ext cx="4462272" cy="320040"/>
          </a:xfrm>
          <a:prstGeom prst="rect">
            <a:avLst/>
          </a:prstGeom>
          <a:solidFill>
            <a:srgbClr val="16213E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35424" y="21671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30368" y="216712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Répertoires personnels utilisateurs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498848" y="2459736"/>
            <a:ext cx="4462272" cy="320040"/>
          </a:xfrm>
          <a:prstGeom prst="rect">
            <a:avLst/>
          </a:prstGeom>
          <a:solidFill>
            <a:srgbClr val="1E2A4A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35424" y="25146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30368" y="251460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variables (logs, spool, cache)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498848" y="2807208"/>
            <a:ext cx="4462272" cy="320040"/>
          </a:xfrm>
          <a:prstGeom prst="rect">
            <a:avLst/>
          </a:prstGeom>
          <a:solidFill>
            <a:srgbClr val="16213E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35424" y="28620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30368" y="286207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temporaires (vidé au reboot)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498848" y="3154680"/>
            <a:ext cx="4462272" cy="320040"/>
          </a:xfrm>
          <a:prstGeom prst="rect">
            <a:avLst/>
          </a:prstGeom>
          <a:solidFill>
            <a:srgbClr val="1E2A4A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35424" y="320954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30368" y="320954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&amp; bibliothèques utilisateurs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498848" y="3502152"/>
            <a:ext cx="4462272" cy="320040"/>
          </a:xfrm>
          <a:prstGeom prst="rect">
            <a:avLst/>
          </a:prstGeom>
          <a:solidFill>
            <a:srgbClr val="16213E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35424" y="355701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30368" y="355701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de périphériques (blocs, char)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498848" y="3849624"/>
            <a:ext cx="4462272" cy="320040"/>
          </a:xfrm>
          <a:prstGeom prst="rect">
            <a:avLst/>
          </a:prstGeom>
          <a:solidFill>
            <a:srgbClr val="1E2A4A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35424" y="39044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230368" y="390448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virtuel : infos processus &amp; noyau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498848" y="4197096"/>
            <a:ext cx="4462272" cy="320040"/>
          </a:xfrm>
          <a:prstGeom prst="rect">
            <a:avLst/>
          </a:prstGeom>
          <a:solidFill>
            <a:srgbClr val="16213E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35424" y="425196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/sys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230368" y="425196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noyau ↔ espace utilisateur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64592" y="4809744"/>
            <a:ext cx="8851392" cy="274320"/>
          </a:xfrm>
          <a:prstGeom prst="rect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6032" y="4828032"/>
            <a:ext cx="8668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fondamental Unix : "Tout est fichier" (Everything is a file) — périphériques, processus, sockets, pipes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— Structures et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0" y="109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86868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13232"/>
            <a:ext cx="8851392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498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= suite d'octets identifiée par un nom, associée à des métadonnées stockées dans un inode.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Attributs inode : N° inode | Taille | UID/GID | Permissions | atime/mtime/ctime | Nb liens | Pointeurs blocs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fichiers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783080"/>
          <a:ext cx="5029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3017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Symbole 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 ordinaire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Texte, binaire, données, exécutables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Répertoire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Contient des entrées nom → numéro d'inode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Lien symbolique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 (chemin) vers un autre fichier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 bloc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Périphérique bloc : disque, partition, LVM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 caractère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Périphérique char : terminal, USB, /dev/null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IPC locale (AF_UNIX)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Tube nommé FIFO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persistant dans le système de fichiers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376672" y="1527048"/>
            <a:ext cx="3657600" cy="3273552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76672" y="1527048"/>
            <a:ext cx="3657600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9824" y="1545336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physique (ext4)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0" y="1865376"/>
            <a:ext cx="3063240" cy="347472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186537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fichier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00900" y="2212848"/>
            <a:ext cx="0" cy="146304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59168" y="23042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0" y="2322576"/>
            <a:ext cx="3063240" cy="347472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9280" y="232257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 répertoires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200900" y="2670048"/>
            <a:ext cx="0" cy="146304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59168" y="27614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69280" y="2779776"/>
            <a:ext cx="3063240" cy="347472"/>
          </a:xfrm>
          <a:prstGeom prst="rect">
            <a:avLst/>
          </a:prstGeom>
          <a:solidFill>
            <a:srgbClr val="134E4A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669280" y="277977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 (métadonnées)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200900" y="3127248"/>
            <a:ext cx="0" cy="146304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59168" y="32186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669280" y="3236976"/>
            <a:ext cx="3063240" cy="347472"/>
          </a:xfrm>
          <a:prstGeom prst="rect">
            <a:avLst/>
          </a:prstGeom>
          <a:solidFill>
            <a:srgbClr val="14532D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669280" y="323697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de données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40680" y="3621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(12) + Indirect simple + Indirect double + Indirect triple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376672" y="3858768"/>
            <a:ext cx="3657600" cy="274320"/>
          </a:xfrm>
          <a:prstGeom prst="rect">
            <a:avLst/>
          </a:prstGeom>
          <a:solidFill>
            <a:srgbClr val="78350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40680" y="3877056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max ext4 : 16 To   (blocs de 4 Ko)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64592" y="4224528"/>
            <a:ext cx="5074920" cy="822960"/>
          </a:xfrm>
          <a:prstGeom prst="rect">
            <a:avLst/>
          </a:prstGeom>
          <a:solidFill>
            <a:srgbClr val="06091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27024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stat /etc/passwd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274320" y="4453128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File: /etc/passwd   Size: 2847   Inode: 917506   Links: 1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274320" y="461772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Access: (0644/-rw-r--r--)  Uid:(0/root)  Gid:(0/root)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274320" y="47823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Modify: 2026-01-15 09:42:11  Change: 2026-01-15 09:42:11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SF &amp; Gestion des Entrées / Sorties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778240" y="109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86868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13232"/>
            <a:ext cx="3200400" cy="4041648"/>
          </a:xfrm>
          <a:prstGeom prst="rect">
            <a:avLst/>
          </a:prstGeom>
          <a:solidFill>
            <a:srgbClr val="16213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13232"/>
            <a:ext cx="320040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315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d'abstraction I/O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" y="1042416"/>
            <a:ext cx="3017520" cy="420624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069848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26187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fread() / fwrite()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64792" y="1463040"/>
            <a:ext cx="0" cy="10058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4208" y="14996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1563624"/>
            <a:ext cx="3017520" cy="420624"/>
          </a:xfrm>
          <a:prstGeom prst="rect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1591056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178308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stdio.h — bufferisée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64792" y="1984248"/>
            <a:ext cx="0" cy="10058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64208" y="20208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084832"/>
            <a:ext cx="3017520" cy="420624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2112264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système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2304288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/ write / open / close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64792" y="2505456"/>
            <a:ext cx="0" cy="10058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254203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606040"/>
            <a:ext cx="3017520" cy="420624"/>
          </a:xfrm>
          <a:prstGeom prst="rect">
            <a:avLst/>
          </a:prstGeom>
          <a:solidFill>
            <a:srgbClr val="059669">
              <a:alpha val="75000"/>
            </a:srgbClr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263347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VFS (noyau)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2825496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 File System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764792" y="3026664"/>
            <a:ext cx="0" cy="10058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64208" y="3063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3127248"/>
            <a:ext cx="3017520" cy="420624"/>
          </a:xfrm>
          <a:prstGeom prst="rect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3154680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FS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3346704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ext4 / NTFS / FAT32 / tmpfs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764792" y="3547872"/>
            <a:ext cx="0" cy="10058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64208" y="35844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3648456"/>
            <a:ext cx="3017520" cy="420624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0040" y="3675888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bloc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" y="386791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Scheduleur I/O (CFQ, BFQ)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764792" y="4069080"/>
            <a:ext cx="0" cy="10058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64208" y="410565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4169664"/>
            <a:ext cx="3017520" cy="420624"/>
          </a:xfrm>
          <a:prstGeom prst="rect">
            <a:avLst/>
          </a:prstGeom>
          <a:solidFill>
            <a:srgbClr val="475569">
              <a:alpha val="75000"/>
            </a:srgbClr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20040" y="4197096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matériel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0040" y="438912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Disque / SSD / NVMe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529584" y="713232"/>
            <a:ext cx="5468112" cy="29260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529584" y="713232"/>
            <a:ext cx="5468112" cy="27432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21024" y="731520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système POSIX principaux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3584448" y="1042416"/>
            <a:ext cx="5358384" cy="301752"/>
          </a:xfrm>
          <a:prstGeom prst="rect">
            <a:avLst/>
          </a:prstGeom>
          <a:solidFill>
            <a:srgbClr val="1E2A4A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21024" y="1097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462272" y="1097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open(path, flags, mode)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06640" y="1097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Ouvrir/créer → retourne fd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584448" y="1367028"/>
            <a:ext cx="5358384" cy="301752"/>
          </a:xfrm>
          <a:prstGeom prst="rect">
            <a:avLst/>
          </a:prstGeom>
          <a:solidFill>
            <a:srgbClr val="16213E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21024" y="14218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462272" y="14218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ssize_t read(fd, buf, n)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06640" y="14218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n octets depuis fd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584448" y="1691640"/>
            <a:ext cx="5358384" cy="301752"/>
          </a:xfrm>
          <a:prstGeom prst="rect">
            <a:avLst/>
          </a:prstGeom>
          <a:solidFill>
            <a:srgbClr val="1E2A4A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21024" y="17465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462272" y="17465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ssize_t write(fd, buf, n)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406640" y="17465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n octets vers fd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584448" y="2016252"/>
            <a:ext cx="5358384" cy="301752"/>
          </a:xfrm>
          <a:prstGeom prst="rect">
            <a:avLst/>
          </a:prstGeom>
          <a:solidFill>
            <a:srgbClr val="16213E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1024" y="20711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462272" y="20711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close(fd)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406640" y="207111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Libérer le descripteur de fichier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584448" y="2340864"/>
            <a:ext cx="5358384" cy="301752"/>
          </a:xfrm>
          <a:prstGeom prst="rect">
            <a:avLst/>
          </a:prstGeom>
          <a:solidFill>
            <a:srgbClr val="1E2A4A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21024" y="23957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lseek()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462272" y="23957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off_t lseek(fd, offset, whence)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406640" y="23957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le curseur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584448" y="2665476"/>
            <a:ext cx="5358384" cy="301752"/>
          </a:xfrm>
          <a:prstGeom prst="rect">
            <a:avLst/>
          </a:prstGeom>
          <a:solidFill>
            <a:srgbClr val="16213E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21024" y="27203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fstat()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462272" y="27203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fstat(fd, struct stat*)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406640" y="27203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 métadonnées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584448" y="2990088"/>
            <a:ext cx="5358384" cy="301752"/>
          </a:xfrm>
          <a:prstGeom prst="rect">
            <a:avLst/>
          </a:prstGeom>
          <a:solidFill>
            <a:srgbClr val="1E2A4A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21024" y="3044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mmap()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462272" y="3044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void* mmap(addr,len,prot,flags,fd,off)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406640" y="30449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en mémoire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584448" y="3314700"/>
            <a:ext cx="5358384" cy="301752"/>
          </a:xfrm>
          <a:prstGeom prst="rect">
            <a:avLst/>
          </a:prstGeom>
          <a:solidFill>
            <a:srgbClr val="16213E"/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21024" y="33695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ioctl()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462272" y="33695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ioctl(fd, request, ...)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406640" y="33695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périphérique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529584" y="3712464"/>
            <a:ext cx="5468112" cy="1042416"/>
          </a:xfrm>
          <a:prstGeom prst="rect">
            <a:avLst/>
          </a:prstGeom>
          <a:solidFill>
            <a:srgbClr val="06091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21024" y="3749040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open() les plus importants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621024" y="4005072"/>
            <a:ext cx="1280160" cy="256032"/>
          </a:xfrm>
          <a:prstGeom prst="rect">
            <a:avLst/>
          </a:prstGeom>
          <a:solidFill>
            <a:srgbClr val="0F346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0" y="404164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O_RDONLY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956048" y="4005072"/>
            <a:ext cx="1280160" cy="256032"/>
          </a:xfrm>
          <a:prstGeom prst="rect">
            <a:avLst/>
          </a:prstGeom>
          <a:solidFill>
            <a:srgbClr val="0F3460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92624" y="404164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O_WRONLY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291072" y="4005072"/>
            <a:ext cx="1280160" cy="256032"/>
          </a:xfrm>
          <a:prstGeom prst="rect">
            <a:avLst/>
          </a:prstGeom>
          <a:solidFill>
            <a:srgbClr val="0F346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27648" y="404164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O_RDWR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626096" y="4005072"/>
            <a:ext cx="1280160" cy="256032"/>
          </a:xfrm>
          <a:prstGeom prst="rect">
            <a:avLst/>
          </a:prstGeom>
          <a:solidFill>
            <a:srgbClr val="0F346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62672" y="404164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O_CREAT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621024" y="4334256"/>
            <a:ext cx="1280160" cy="256032"/>
          </a:xfrm>
          <a:prstGeom prst="rect">
            <a:avLst/>
          </a:prstGeom>
          <a:solidFill>
            <a:srgbClr val="0F3460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0" y="437083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O_TRUNC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956048" y="4334256"/>
            <a:ext cx="1280160" cy="256032"/>
          </a:xfrm>
          <a:prstGeom prst="rect">
            <a:avLst/>
          </a:prstGeom>
          <a:solidFill>
            <a:srgbClr val="0F346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92624" y="437083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O_APPEND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291072" y="4334256"/>
            <a:ext cx="1280160" cy="256032"/>
          </a:xfrm>
          <a:prstGeom prst="rect">
            <a:avLst/>
          </a:prstGeom>
          <a:solidFill>
            <a:srgbClr val="0F346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327648" y="437083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O_NONBLOCK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7626096" y="4334256"/>
            <a:ext cx="1280160" cy="256032"/>
          </a:xfrm>
          <a:prstGeom prst="rect">
            <a:avLst/>
          </a:prstGeom>
          <a:solidFill>
            <a:srgbClr val="0F346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62672" y="437083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O_SYNC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Spéciaux sous Unix/Linux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0" y="109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868680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2834640" cy="1965960"/>
          </a:xfrm>
          <a:prstGeom prst="rect">
            <a:avLst/>
          </a:prstGeom>
          <a:solidFill>
            <a:srgbClr val="334155"/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283464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772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/dev/null — Corbeille système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078992"/>
            <a:ext cx="2651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Toute écriture est ignorée. Toute lecture renvoie EOF immédiatement.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&gt; /dev/null 2&gt;&amp;1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Rediriger stdout et stderr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127248" y="749808"/>
            <a:ext cx="2834640" cy="1965960"/>
          </a:xfrm>
          <a:prstGeom prst="rect">
            <a:avLst/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7248" y="749808"/>
            <a:ext cx="283464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7772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/dev/zero — Source de zéros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18688" y="1078992"/>
            <a:ext cx="2651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Génère une séquence infinie d'octets nuls. Idéal pour créer des fichiers vides ou effacer des zones disque.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 if=/dev/zero of=f bs=1M count=100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080760" y="749808"/>
            <a:ext cx="2834640" cy="1965960"/>
          </a:xfrm>
          <a:prstGeom prst="rect">
            <a:avLst/>
          </a:prstGeom>
          <a:solidFill>
            <a:srgbClr val="4C1D95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749808"/>
            <a:ext cx="283464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7772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/dev/random &amp; /dev/urandom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078992"/>
            <a:ext cx="2651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Générateurs de nombres pseudo-aléatoires. /dev/random bloque si l'entropie est insuffisante.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rand -hex 32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-c 16 /dev/urandom | xxd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164592" y="2852928"/>
            <a:ext cx="2834640" cy="1965960"/>
          </a:xfrm>
          <a:prstGeom prst="rect">
            <a:avLst/>
          </a:prstGeom>
          <a:solidFill>
            <a:srgbClr val="134E4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4592" y="2852928"/>
            <a:ext cx="28346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8803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Tubes nommés — FIFO (mkfifo)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" y="3182112"/>
            <a:ext cx="2651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 IPC entre processus non apparentés. Lecture bloque jusqu'à écriture.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mkfifo /tmp/pipe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cmd1 &gt; /tmp/pipe &amp;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cmd2 &lt; /tmp/pipe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127248" y="2852928"/>
            <a:ext cx="2834640" cy="1965960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27248" y="2852928"/>
            <a:ext cx="28346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28803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 Unix — AF_UNIX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18688" y="3182112"/>
            <a:ext cx="2651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 locale haute performance, plus rapide que TCP/IP sur 127.0.0.1. Apparaissent avec type 's' dans ls -la.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Exemples 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/var/run/docker.sock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/tmp/.X11-unix/X0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080760" y="2852928"/>
            <a:ext cx="2834640" cy="1965960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852928"/>
            <a:ext cx="28346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8803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&amp; /sys — Pseudo-FS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182112"/>
            <a:ext cx="2651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 : processus, mémoire, CPU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/proc/PID/maps   /proc/meminfo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/sys : interface noyau live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/sys/class/net/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/sys/block/sda/queue/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164592" y="4809744"/>
            <a:ext cx="8851392" cy="274320"/>
          </a:xfrm>
          <a:prstGeom prst="rect">
            <a:avLst/>
          </a:prstGeom>
          <a:solidFill>
            <a:srgbClr val="06091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4828032"/>
            <a:ext cx="8668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 /dev | head   •   file /dev/sda   •   stat /proc/1/exe   •   cat /proc/meminfo   •   lsblk -f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d'accès — Modèle Unix &amp; ACL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0" y="109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8686800" cy="320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0"/>
            <a:ext cx="8851392" cy="1024128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680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UGO — User / Group / Others (9 bits de permission)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1755648" cy="256032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424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548640" cy="365760"/>
          </a:xfrm>
          <a:prstGeom prst="rect">
            <a:avLst/>
          </a:prstGeom>
          <a:solidFill>
            <a:srgbClr val="EF4444">
              <a:alpha val="70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16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9536" y="1316736"/>
            <a:ext cx="548640" cy="365760"/>
          </a:xfrm>
          <a:prstGeom prst="rect">
            <a:avLst/>
          </a:prstGeom>
          <a:solidFill>
            <a:srgbClr val="EF4444">
              <a:alpha val="70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1316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44752" y="1316736"/>
            <a:ext cx="548640" cy="365760"/>
          </a:xfrm>
          <a:prstGeom prst="rect">
            <a:avLst/>
          </a:prstGeom>
          <a:solidFill>
            <a:srgbClr val="EF4444">
              <a:alpha val="70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4752" y="1316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94560" y="1042416"/>
            <a:ext cx="1755648" cy="25603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0424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0" y="1316736"/>
            <a:ext cx="548640" cy="365760"/>
          </a:xfrm>
          <a:prstGeom prst="rect">
            <a:avLst/>
          </a:prstGeom>
          <a:solidFill>
            <a:srgbClr val="F59E0B">
              <a:alpha val="7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1316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79776" y="1316736"/>
            <a:ext cx="548640" cy="365760"/>
          </a:xfrm>
          <a:prstGeom prst="rect">
            <a:avLst/>
          </a:prstGeom>
          <a:solidFill>
            <a:srgbClr val="334155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9776" y="1316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64992" y="1316736"/>
            <a:ext cx="548640" cy="365760"/>
          </a:xfrm>
          <a:prstGeom prst="rect">
            <a:avLst/>
          </a:prstGeom>
          <a:solidFill>
            <a:srgbClr val="F59E0B">
              <a:alpha val="7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1316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114800" y="1042416"/>
            <a:ext cx="1755648" cy="256032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10424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1316736"/>
            <a:ext cx="548640" cy="365760"/>
          </a:xfrm>
          <a:prstGeom prst="rect">
            <a:avLst/>
          </a:prstGeom>
          <a:solidFill>
            <a:srgbClr val="22C55E">
              <a:alpha val="70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1316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00016" y="1316736"/>
            <a:ext cx="548640" cy="365760"/>
          </a:xfrm>
          <a:prstGeom prst="rect">
            <a:avLst/>
          </a:prstGeom>
          <a:solidFill>
            <a:srgbClr val="334155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1316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85232" y="1316736"/>
            <a:ext cx="548640" cy="365760"/>
          </a:xfrm>
          <a:prstGeom prst="rect">
            <a:avLst/>
          </a:prstGeom>
          <a:solidFill>
            <a:srgbClr val="334155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13167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0" y="1060704"/>
            <a:ext cx="3035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Représentation octale : r=4  w=2  x=1  →  ex: 755 (rwxr-xr-x)  644 (rw-r--r--)  700 (rwx------)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4592" y="1810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spéciaux : SUID / SGID / Sticky bit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084832"/>
          <a:ext cx="885139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3419856"/>
                <a:gridCol w="3419856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 sur fichier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 sur répertoire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(user)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Exécution avec UID du propriétaire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(ignoré)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(group)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Exécution avec GID du groupe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Nouveaux fichiers héritent du groupe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(others)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(ignoré)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Seul le propriétaire peut supprimer ses fichiers (/tmp)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164592" y="3163824"/>
            <a:ext cx="4297680" cy="1755648"/>
          </a:xfrm>
          <a:prstGeom prst="rect">
            <a:avLst/>
          </a:prstGeom>
          <a:solidFill>
            <a:srgbClr val="06091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256032" y="3200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essentielles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274320" y="3474720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755 monprog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74320" y="369417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u+x,g-w fichier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74320" y="391363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alice:devs fichier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74320" y="413308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chgrp devs repertoire/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274320" y="435254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umask 022  # masque par défaut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274320" y="4572000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4755 /usr/bin/prog  # SUID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626864" y="3163824"/>
            <a:ext cx="4389120" cy="1755648"/>
          </a:xfrm>
          <a:prstGeom prst="rect">
            <a:avLst/>
          </a:prstGeom>
          <a:solidFill>
            <a:srgbClr val="06091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4718304" y="32004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— Access Control Lists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718304" y="3474720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Droits fins au-delà de UGO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718304" y="369417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setfacl -m u:alice:rwx fichier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718304" y="3913632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setfacl -m g:devs:r-x rep/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718304" y="4133088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getfacl fichier  # affiche tout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718304" y="435254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setfacl -x u:alice fichier  # supp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718304" y="4572000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 → signe '+' si ACL active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64592" y="4809744"/>
            <a:ext cx="8851392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56032" y="4828032"/>
            <a:ext cx="8668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sudo: /etc/sudoers (visudo)   •   sudo -l (commandes autorisées)   •   su - user (changer d'identité)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des Fichiers en 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0" y="109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8686800" cy="320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0"/>
            <a:ext cx="4251960" cy="2286000"/>
          </a:xfrm>
          <a:prstGeom prst="rect">
            <a:avLst/>
          </a:prstGeom>
          <a:solidFill>
            <a:srgbClr val="06091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31520"/>
            <a:ext cx="4251960" cy="256032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bas niveau — Appels système POSIX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02412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&lt;fcntl.h&gt;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390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&lt;unistd.h&gt;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" y="145389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166878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fd = open("fichier.txt", O_RDWR|O_CREAT, 0644);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188366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buf[256];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" y="209854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ssize_t n = read(fd, buf, sizeof(buf));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" y="23134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write(fd, "Bonjour\n", 8);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" y="25283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lseek(fd, 0, SEEK_SET);  // retour debut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274320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close(fd);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81144" y="731520"/>
            <a:ext cx="4434840" cy="2286000"/>
          </a:xfrm>
          <a:prstGeom prst="rect">
            <a:avLst/>
          </a:prstGeom>
          <a:solidFill>
            <a:srgbClr val="060918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81144" y="731520"/>
            <a:ext cx="4434840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74980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stdio — Bibliothèque C (bufferisée)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72584" y="102412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72584" y="123901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72584" y="145389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*f = fopen("fichier.txt", "r+");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72584" y="16687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ligne[256];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72584" y="188366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fgets(ligne, sizeof(ligne), f);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72584" y="209854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fprintf(f, "valeur = %d\n", 42);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72584" y="23134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fflush(f);    // forcer ecriture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72584" y="252831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fclose(f);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4592" y="30906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deux niveaux d'API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364992"/>
          <a:ext cx="4251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89888"/>
                <a:gridCol w="139903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POSIX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stdio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(direct)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(userspace)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 (ISO)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fd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FILE* fp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4581144" y="309067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avancées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81144" y="3364992"/>
            <a:ext cx="4434840" cy="310896"/>
          </a:xfrm>
          <a:prstGeom prst="rect">
            <a:avLst/>
          </a:prstGeom>
          <a:solidFill>
            <a:srgbClr val="1E2A4A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63440" y="34015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dup() / dup2()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961888" y="340156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Dupliquer un descripteur → redirection flux stdin/stdout/stderr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81144" y="3694176"/>
            <a:ext cx="4434840" cy="310896"/>
          </a:xfrm>
          <a:prstGeom prst="rect">
            <a:avLst/>
          </a:prstGeom>
          <a:solidFill>
            <a:srgbClr val="1E2A4A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63440" y="37307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mmap()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961888" y="373075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Projeter fichier en mémoire → accès direct par pointeur, sans read/write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81144" y="4023360"/>
            <a:ext cx="4434840" cy="310896"/>
          </a:xfrm>
          <a:prstGeom prst="rect">
            <a:avLst/>
          </a:prstGeom>
          <a:solidFill>
            <a:srgbClr val="1E2A4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63440" y="40599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sendfile()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961888" y="405993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noyau→noyau (zero-copy) — serveurs HTTP haute perf.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581144" y="4352544"/>
            <a:ext cx="4434840" cy="310896"/>
          </a:xfrm>
          <a:prstGeom prst="rect">
            <a:avLst/>
          </a:prstGeom>
          <a:solidFill>
            <a:srgbClr val="1E2A4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63440" y="43891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select/poll/epoll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961888" y="438912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Multiplexage E/S — surveiller N descripteurs simultanément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581144" y="4681728"/>
            <a:ext cx="4434840" cy="310896"/>
          </a:xfrm>
          <a:prstGeom prst="rect">
            <a:avLst/>
          </a:prstGeom>
          <a:solidFill>
            <a:srgbClr val="1E2A4A"/>
          </a:solidFill>
          <a:ln w="10160">
            <a:solidFill>
              <a:srgbClr val="A3E63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63440" y="47183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flock() / fcntl()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961888" y="471830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Verrous fichiers : accès concurrent sécurisé (F_SETLK, F_WRLCK)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64592" y="4809744"/>
            <a:ext cx="8851392" cy="274320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56032" y="4828032"/>
            <a:ext cx="8668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toujours vérifier la valeur de retour des appels système (errno, perror(), strerror())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fichiers — Langage de commandes Shell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78240" y="109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8686800" cy="3200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31520"/>
            <a:ext cx="2834640" cy="2578608"/>
          </a:xfrm>
          <a:prstGeom prst="rect">
            <a:avLst/>
          </a:prstGeom>
          <a:solidFill>
            <a:srgbClr val="16213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31520"/>
            <a:ext cx="2834640" cy="256032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" y="74980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Exploration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102412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274320" y="12893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-lah --color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74320" y="155448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-L 2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274320" y="18196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 -name '*.log' -mtime +7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74320" y="20848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locate fichier | head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274320" y="23500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fichier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274320" y="26151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type.bin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274320" y="28803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 -sh * | sort -rh | head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136392" y="731520"/>
            <a:ext cx="2834640" cy="2578608"/>
          </a:xfrm>
          <a:prstGeom prst="rect">
            <a:avLst/>
          </a:prstGeom>
          <a:solidFill>
            <a:srgbClr val="16213E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36392" y="731520"/>
            <a:ext cx="2834640" cy="25603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9544" y="74980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de fichiers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46120" y="102412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src/ dst/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3246120" y="12893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fichier.txt repertoire/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3246120" y="155448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repertoire/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3246120" y="18196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a/b/c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246120" y="20848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-s cible lien_sym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3246120" y="23500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cible lien_dur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246120" y="26151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nouveau_fichier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3246120" y="28803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 -av --progress src/ dst/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108192" y="731520"/>
            <a:ext cx="2834640" cy="2578608"/>
          </a:xfrm>
          <a:prstGeom prst="rect">
            <a:avLst/>
          </a:prstGeom>
          <a:solidFill>
            <a:srgbClr val="16213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08192" y="731520"/>
            <a:ext cx="2834640" cy="2560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74980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&amp; Compression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17920" y="102412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-czf archive.tar.gz dossier/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217920" y="12893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-xzf archive.tar.gz -C /dst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6217920" y="155448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-tjf archive.tar.bz2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6217920" y="18196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gzip fichier (→ .gz)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6217920" y="20848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gunzip fichier.gz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6217920" y="23500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 -r archive.zip dossier/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6217920" y="26151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 if=/dev/sda of=bak.img bs=4M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217920" y="28803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xz -9 fichier (haute compression)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164592" y="3401568"/>
            <a:ext cx="8851392" cy="1298448"/>
          </a:xfrm>
          <a:prstGeom prst="rect">
            <a:avLst/>
          </a:prstGeom>
          <a:solidFill>
            <a:srgbClr val="060918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64592" y="3401568"/>
            <a:ext cx="8851392" cy="256032"/>
          </a:xfrm>
          <a:prstGeom prst="rect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3419856"/>
            <a:ext cx="8668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shell — Gestion automatisée des fichiers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56032" y="3675888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256032" y="3826764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Supprimer les fichiers &gt; 100Mo modifiés il y a plus de 30 jours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256032" y="3977640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/var/log -type f -size +100M -mtime +30 -exec rm -v {} \;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256032" y="4128516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Sauvegarde horodatée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256032" y="4279392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BACKUP_DIR="/backup/$(date +%Y%m%d_%H%M%S)"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256032" y="4430268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"$BACKUP_DIR" &amp;&amp; rsync -av /home/ "$BACKUP_DIR/"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256032" y="4581144"/>
            <a:ext cx="8668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"Sauvegarde terminee : $BACKUP_DIR"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164592" y="4754880"/>
            <a:ext cx="8851392" cy="329184"/>
          </a:xfrm>
          <a:prstGeom prst="rect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47823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règles d'or Unix :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920240" y="4782312"/>
            <a:ext cx="969264" cy="256032"/>
          </a:xfrm>
          <a:prstGeom prst="rect">
            <a:avLst/>
          </a:prstGeom>
          <a:solidFill>
            <a:srgbClr val="0F34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38528" y="479145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chose bien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944368" y="4782312"/>
            <a:ext cx="969264" cy="256032"/>
          </a:xfrm>
          <a:prstGeom prst="rect">
            <a:avLst/>
          </a:prstGeom>
          <a:solidFill>
            <a:srgbClr val="0F34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62656" y="479145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968496" y="4782312"/>
            <a:ext cx="969264" cy="256032"/>
          </a:xfrm>
          <a:prstGeom prst="rect">
            <a:avLst/>
          </a:prstGeom>
          <a:solidFill>
            <a:srgbClr val="0F34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86784" y="479145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Tout=fichier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992624" y="4782312"/>
            <a:ext cx="969264" cy="256032"/>
          </a:xfrm>
          <a:prstGeom prst="rect">
            <a:avLst/>
          </a:prstGeom>
          <a:solidFill>
            <a:srgbClr val="0F34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479145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16752" y="4782312"/>
            <a:ext cx="969264" cy="256032"/>
          </a:xfrm>
          <a:prstGeom prst="rect">
            <a:avLst/>
          </a:prstGeom>
          <a:solidFill>
            <a:srgbClr val="0F34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35040" y="479145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040880" y="4782312"/>
            <a:ext cx="969264" cy="256032"/>
          </a:xfrm>
          <a:prstGeom prst="rect">
            <a:avLst/>
          </a:prstGeom>
          <a:solidFill>
            <a:srgbClr val="0F34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59168" y="479145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065008" y="4782312"/>
            <a:ext cx="969264" cy="256032"/>
          </a:xfrm>
          <a:prstGeom prst="rect">
            <a:avLst/>
          </a:prstGeom>
          <a:solidFill>
            <a:srgbClr val="0F346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83296" y="479145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Silence=succès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des Fichiers</dc:title>
  <dc:subject>PptxGenJS Presentation</dc:subject>
  <dc:creator>Cours Systèmes d'Exploitation</dc:creator>
  <cp:lastModifiedBy>Cours Systèmes d'Exploitation</cp:lastModifiedBy>
  <cp:revision>1</cp:revision>
  <dcterms:created xsi:type="dcterms:W3CDTF">2026-04-21T18:18:00Z</dcterms:created>
  <dcterms:modified xsi:type="dcterms:W3CDTF">2026-04-21T18:18:00Z</dcterms:modified>
</cp:coreProperties>
</file>