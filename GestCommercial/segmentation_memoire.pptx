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fondamental de gestion mémoire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61872"/>
            <a:ext cx="4114800" cy="1234440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61872"/>
            <a:ext cx="731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07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de la mémoire en </a:t>
            </a:r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logiques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indépendants : code, données, pile, tas.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pagination, reflète la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logique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programme.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2606040"/>
            <a:ext cx="4114800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60604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segments (ST)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44368"/>
          <a:ext cx="3931920" cy="704088"/>
        </p:xfrm>
        <a:graphic>
          <a:graphicData uri="http://schemas.openxmlformats.org/drawingml/2006/table">
            <a:tbl>
              <a:tblPr/>
              <a:tblGrid>
                <a:gridCol w="1463040"/>
                <a:gridCol w="1234440"/>
                <a:gridCol w="1234440"/>
              </a:tblGrid>
              <a:tr h="176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(S0)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0x0FFF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(S1)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Pile (S2)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0x07FF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663440" y="1261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adresse logique → Mémoire physique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45152" y="1536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Adresse Logique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1600200"/>
            <a:ext cx="17373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1600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148840"/>
            <a:ext cx="173736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2148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Données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697480"/>
            <a:ext cx="173736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2697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3246120"/>
            <a:ext cx="17373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63440" y="3246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37960" y="2194560"/>
            <a:ext cx="9144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53796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MMU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3796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ST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89520" y="1536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Mémoire Physique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589520" y="1600200"/>
            <a:ext cx="12344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2395728"/>
            <a:ext cx="12344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589520" y="2944368"/>
            <a:ext cx="12344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89520" y="1828800"/>
            <a:ext cx="12344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1837944"/>
            <a:ext cx="15544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52360" y="2194560"/>
            <a:ext cx="15544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0" y="2386584"/>
            <a:ext cx="155448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52360" y="2286000"/>
            <a:ext cx="155448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00800" y="2935224"/>
            <a:ext cx="15544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52360" y="2377440"/>
            <a:ext cx="15544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0" y="3483864"/>
            <a:ext cx="1554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52360" y="2468880"/>
            <a:ext cx="1554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4048" y="3822192"/>
            <a:ext cx="8412480" cy="704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02920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🔒 Protection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0292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 / W / X par segment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560320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🔗 Partage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56032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 partagé entre processus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17720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📏 Taille variable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61772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S'adapte aux besoins réels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75120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🧩 Organisation logique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675120" y="41148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Reflète la structure du prog.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Segmentation — Gestion de la Mémoire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Traduction d'Adresses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du virtuel au physique via la MMU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61872"/>
            <a:ext cx="3749040" cy="896112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61872"/>
            <a:ext cx="73152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Registres matériels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566160" cy="54864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STBR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de base de la table des segments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segments du processus courant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251960" y="1261872"/>
            <a:ext cx="4480560" cy="896112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261872"/>
            <a:ext cx="7315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0832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Format de l'adresse logique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70832" y="1581912"/>
            <a:ext cx="13716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5819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N° Segment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1581912"/>
            <a:ext cx="28346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5819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Offset (déplacement)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4048" y="2286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Processus de traduction (MMU)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" y="2633472"/>
            <a:ext cx="1645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0040" y="2633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(s, offset)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965960" y="3044952"/>
            <a:ext cx="5943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87168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►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60320" y="2514600"/>
            <a:ext cx="201168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6032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Table 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Segments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907792"/>
          <a:ext cx="1920240" cy="594360"/>
        </p:xfrm>
        <a:graphic>
          <a:graphicData uri="http://schemas.openxmlformats.org/drawingml/2006/table">
            <a:tbl>
              <a:tblPr/>
              <a:tblGrid>
                <a:gridCol w="365760"/>
                <a:gridCol w="777240"/>
                <a:gridCol w="777240"/>
              </a:tblGrid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4572000" y="3044952"/>
            <a:ext cx="5943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93208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►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166360" y="2514600"/>
            <a:ext cx="1828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16636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Vérification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16636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&lt; Limite ?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166360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OUI → continuer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166360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✗ NON → SIGSEGV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995160" y="3044952"/>
            <a:ext cx="59436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16368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►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589520" y="2633472"/>
            <a:ext cx="146304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589520" y="26334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Adresse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Physique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Base + offset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84048" y="3730752"/>
            <a:ext cx="841248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502920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</a:rPr>
              <a:t>Formule :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1645920" y="37673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addr_physique = ST[s].base + offset     si    offset &lt; ST[s].limite     sinon    SIGSEGV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502920" y="40599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 :  s=1, offset=0x80  →  ST[1].base=0x2000  →  addr_physique = 0x2080  (0x80 &lt; 0x1FF ✓)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Segmentation — Gestion de la Mémoire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Protection, Partage et Fragmentation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et limites de la segmentation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61872"/>
            <a:ext cx="2651760" cy="2212848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61872"/>
            <a:ext cx="73152" cy="2212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🔒 Protection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18488"/>
          <a:ext cx="2468880" cy="777240"/>
        </p:xfrm>
        <a:graphic>
          <a:graphicData uri="http://schemas.openxmlformats.org/drawingml/2006/table">
            <a:tbl>
              <a:tblPr/>
              <a:tblGrid>
                <a:gridCol w="411480"/>
                <a:gridCol w="822960"/>
                <a:gridCol w="1234440"/>
              </a:tblGrid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seule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Écriture autorisée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Exécution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2432304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→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SIGSEGV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Code :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R-X (pas W)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Données :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RW- (pas X)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Pile :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RW-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82112" y="1261872"/>
            <a:ext cx="2651760" cy="2212848"/>
          </a:xfrm>
          <a:prstGeom prst="rect">
            <a:avLst/>
          </a:prstGeom>
          <a:solidFill>
            <a:srgbClr val="1C2333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261872"/>
            <a:ext cx="73152" cy="22128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0128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</a:rPr>
              <a:t>🔗 Partage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10128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Processus A</a:t>
            </a:r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  &amp;  </a:t>
            </a:r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Processus B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10128" y="1938528"/>
            <a:ext cx="914400" cy="347472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1938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Code 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25112" y="1938528"/>
            <a:ext cx="914400" cy="347472"/>
          </a:xfrm>
          <a:prstGeom prst="rect">
            <a:avLst/>
          </a:prstGeom>
          <a:solidFill>
            <a:srgbClr val="7C2D12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25112" y="1938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Code B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11880" y="2395728"/>
            <a:ext cx="137160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6EFAC"/>
                </a:solidFill>
              </a:rPr>
              <a:t>Seg. Code Partagé ✓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767328" y="2286000"/>
            <a:ext cx="0" cy="10972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82312" y="2286000"/>
            <a:ext cx="0" cy="10972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10128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Une seule copie du code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privées séparées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Économie mémoire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89320" y="1261872"/>
            <a:ext cx="2788920" cy="2212848"/>
          </a:xfrm>
          <a:prstGeom prst="rect">
            <a:avLst/>
          </a:prstGeom>
          <a:solidFill>
            <a:srgbClr val="1C2333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9320" y="1261872"/>
            <a:ext cx="73152" cy="22128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08192" y="130759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⚠ Fragmentation externe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08192" y="1627632"/>
            <a:ext cx="77724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6276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Seg 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(512 Ko)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108192" y="1993392"/>
            <a:ext cx="777240" cy="310896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08192" y="1993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LIBRE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(128 Ko)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108192" y="2331720"/>
            <a:ext cx="777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08192" y="23317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Seg 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(256 Ko)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108192" y="2697480"/>
            <a:ext cx="777240" cy="310896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08192" y="269748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LIBRE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(64 Ko)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108192" y="2907792"/>
            <a:ext cx="77724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08192" y="29077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Seg 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(192 Ko)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949440" y="1627632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 entre segments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Mémoire totale libre suffit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mais non contiguë !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compactage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(coûteux en temps CPU)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84048" y="3584448"/>
            <a:ext cx="841248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0292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Segmentation  vs  Pagination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04488"/>
          <a:ext cx="8229600" cy="658368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des unités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(logique)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 (ex: 4 Ko)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Externe (entre segs)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 (dans pages)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Facile (segments)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 (pages)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Visibilité prog.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(logique)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2" name="Text 38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Segmentation — Gestion de la Mémoire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sous Linux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le modèle « flat 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61872"/>
            <a:ext cx="8412480" cy="658368"/>
          </a:xfrm>
          <a:prstGeom prst="rect">
            <a:avLst/>
          </a:prstGeom>
          <a:solidFill>
            <a:srgbClr val="064E3B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307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</a:rPr>
              <a:t>Principe clé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1307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utilise un modèle « flat » — tous les segments ont Base = 0x0 et Limite = 4 Go (0xFFFFFFFF).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</a:rPr>
              <a:t>→ La segmentation est quasi-neutralisée : c'est la pagination qui gère réellement la mémoire virtuelle sous Linux.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9933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Les 4 segments définis dans la GDT Linux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1993392" cy="1389888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304288"/>
            <a:ext cx="6858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KERNEL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 (ring 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Base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Limite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0xFFFFFFFF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DPL : </a:t>
            </a:r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41448" y="2304288"/>
            <a:ext cx="1993392" cy="1389888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87168" y="2304288"/>
            <a:ext cx="6858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KERNEL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14600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DS/SS (ring 0)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3044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Base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Limite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0xFFFFFFFF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DPL : </a:t>
            </a:r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8848" y="2304288"/>
            <a:ext cx="1993392" cy="1389888"/>
          </a:xfrm>
          <a:prstGeom prst="rect">
            <a:avLst/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2304288"/>
            <a:ext cx="68580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 (ring 3)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044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Base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Limite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0xFFFFFFFF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DPL : </a:t>
            </a:r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56248" y="2304288"/>
            <a:ext cx="1993392" cy="1389888"/>
          </a:xfrm>
          <a:prstGeom prst="rect">
            <a:avLst/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01968" y="2304288"/>
            <a:ext cx="68580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29400" y="25511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DS/SS (ring 3)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3044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Base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Limite :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0xFFFFFFFF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DPL : </a:t>
            </a:r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767328"/>
            <a:ext cx="8412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813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Registres de segment (x86)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059936"/>
            <a:ext cx="502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9848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Code Segment — sélecteur du seg. de code courant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06040" y="4059936"/>
            <a:ext cx="502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72968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Data Segment — segment de données par défaut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36592" y="4059936"/>
            <a:ext cx="502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Stack Segment — segment de pile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84848" y="4059936"/>
            <a:ext cx="502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40599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ES/FS/GS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51776" y="40782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Segments extra (FS/GS → TLS et données OS)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Segmentation sous Linux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x86 sous Linux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GDT, descripteurs, niveaux de privilège et /proc/[pid]/maps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0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43584"/>
            <a:ext cx="5029200" cy="2029968"/>
          </a:xfrm>
          <a:prstGeom prst="rect">
            <a:avLst/>
          </a:prstGeom>
          <a:solidFill>
            <a:srgbClr val="1C2333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43584"/>
            <a:ext cx="73152" cy="20299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9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Format d'un Descripteur GDT (8 octets / 64 bits)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81912"/>
          <a:ext cx="4846320" cy="1645920"/>
        </p:xfrm>
        <a:graphic>
          <a:graphicData uri="http://schemas.openxmlformats.org/drawingml/2006/table">
            <a:tbl>
              <a:tblPr/>
              <a:tblGrid>
                <a:gridCol w="822960"/>
                <a:gridCol w="1417320"/>
                <a:gridCol w="260604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[0:15]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 bas de la limite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16–39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[0:23]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bits bas de l'adresse de base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code/données, droits accès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(Système)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0=système, 1=code/données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45–46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privilège : 0 (kernel) → 3 (user)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(Présent)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segment chargé en mémoire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48–51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[16:19]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bits hauts de la limite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(G, D/B…)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G=granularité (octet/4Ko), D=32/64 bits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56–63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[24:31]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 hauts de l'adresse de base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243584"/>
            <a:ext cx="3218688" cy="2029968"/>
          </a:xfrm>
          <a:prstGeom prst="rect">
            <a:avLst/>
          </a:prstGeom>
          <a:solidFill>
            <a:srgbClr val="1C2333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243584"/>
            <a:ext cx="73152" cy="20299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96712" y="1289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DPL — Privilege Levels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96712" y="1581912"/>
            <a:ext cx="3017520" cy="548640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96712" y="1581912"/>
            <a:ext cx="56692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96712" y="158191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DPL 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160934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— accès total matériel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CS=0x10  DS=0x18  SS=0x18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96712" y="2221992"/>
            <a:ext cx="3017520" cy="548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96712" y="2221992"/>
            <a:ext cx="56692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96712" y="222199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DPL 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22494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— accès restreint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CS=0x23  DS=0x2B  SS=0x2B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96712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D34D"/>
                </a:solidFill>
              </a:rPr>
              <a:t>CR0.PE=1 → Mode protégé activé (segmentation+pagination)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84048" y="3346704"/>
            <a:ext cx="841248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2920" y="33924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/proc/self/maps — régions mémoire d'un processus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" y="3685032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00400000-00452000  r-xp  00000000  08:01  131170  /bin/bash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30352" y="3863340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00651000-00652000  r--p  00051000  08:01  131170  /bin/bash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30352" y="4041648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00652000-0065b000  rw-p  00052000  08:01  131170  /bin/bash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0352" y="4219956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7ffdd7000000-7ffdd7200000  rw-p  00000000  00:00  0         [heap]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0352" y="4398264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7fff5bf80000-7fff5c000000  rw-p  00000000  00:00  0         [stack]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0352" y="4576572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vvar / vdso / vsyscall                                        [kernel shared pages]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84048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Segmentation sous Linux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dans la Gestion de la Mémoire</dc:title>
  <dc:subject>PptxGenJS Presentation</dc:subject>
  <dc:creator>Cours Systèmes d'Exploitation</dc:creator>
  <cp:lastModifiedBy>Cours Systèmes d'Exploitation</cp:lastModifiedBy>
  <cp:revision>1</cp:revision>
  <dcterms:created xsi:type="dcterms:W3CDTF">2026-04-21T11:15:09Z</dcterms:created>
  <dcterms:modified xsi:type="dcterms:W3CDTF">2026-04-21T11:15:09Z</dcterms:modified>
</cp:coreProperties>
</file>